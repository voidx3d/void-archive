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bcc23c363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bcc23c363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bcc23c3630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g3bcc23c3630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bcc23c3630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bcc23c3630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c23c3630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c23c3630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bcc23c3630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bcc23c3630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bcc23c3630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bcc23c3630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bcc23c3630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bcc23c3630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bcc23c3630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bcc23c3630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bcc23c3630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bcc23c3630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bcc23c3630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bcc23c3630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bcc23c3630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bcc23c3630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bcc23c3630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bcc23c3630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bcc23c3630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bcc23c3630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bcc23c3630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bcc23c3630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ransition spd="med">
    <p:push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>
    <mc:Choice Requires="p14">
      <p:transition spd="slow" p14:dur="1500">
        <p:push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oogle Shape;58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97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7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7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Google Shape;7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7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2" y="0"/>
            <a:ext cx="9144003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7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1"/>
            <a:ext cx="9144003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7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7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1"/>
            <a:ext cx="9144003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" y="0"/>
            <a:ext cx="9143997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