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62" r:id="rId4"/>
    <p:sldId id="260" r:id="rId5"/>
    <p:sldId id="263" r:id="rId6"/>
    <p:sldId id="265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6986EBB-AE5D-4BFA-B4F6-C7D90C7DC997}">
          <p14:sldIdLst>
            <p14:sldId id="261"/>
            <p14:sldId id="257"/>
            <p14:sldId id="262"/>
            <p14:sldId id="260"/>
            <p14:sldId id="263"/>
            <p14:sldId id="265"/>
            <p14:sldId id="264"/>
          </p14:sldIdLst>
        </p14:section>
        <p14:section name="Untitled Section" id="{82D3A256-AEF1-4C92-8DB1-7D062E8775FE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34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u Paudel" userId="e2c665e2fb2fb279" providerId="LiveId" clId="{319C7EC9-3F99-42FF-ABAF-37B676ADC331}"/>
    <pc:docChg chg="undo custSel addSld delSld modSld sldOrd addSection modSection">
      <pc:chgData name="Saru Paudel" userId="e2c665e2fb2fb279" providerId="LiveId" clId="{319C7EC9-3F99-42FF-ABAF-37B676ADC331}" dt="2026-03-13T02:18:31.132" v="35" actId="14100"/>
      <pc:docMkLst>
        <pc:docMk/>
      </pc:docMkLst>
      <pc:sldChg chg="delSp del mod setBg">
        <pc:chgData name="Saru Paudel" userId="e2c665e2fb2fb279" providerId="LiveId" clId="{319C7EC9-3F99-42FF-ABAF-37B676ADC331}" dt="2026-03-13T01:45:10.341" v="4" actId="2696"/>
        <pc:sldMkLst>
          <pc:docMk/>
          <pc:sldMk cId="1901978099" sldId="256"/>
        </pc:sldMkLst>
        <pc:picChg chg="del">
          <ac:chgData name="Saru Paudel" userId="e2c665e2fb2fb279" providerId="LiveId" clId="{319C7EC9-3F99-42FF-ABAF-37B676ADC331}" dt="2026-03-13T01:02:37.489" v="0" actId="478"/>
          <ac:picMkLst>
            <pc:docMk/>
            <pc:sldMk cId="1901978099" sldId="256"/>
            <ac:picMk id="3" creationId="{1836A111-41BE-EF5C-DDF3-83787208344F}"/>
          </ac:picMkLst>
        </pc:picChg>
      </pc:sldChg>
      <pc:sldChg chg="addSp modSp">
        <pc:chgData name="Saru Paudel" userId="e2c665e2fb2fb279" providerId="LiveId" clId="{319C7EC9-3F99-42FF-ABAF-37B676ADC331}" dt="2026-03-13T01:49:28.444" v="12" actId="931"/>
        <pc:sldMkLst>
          <pc:docMk/>
          <pc:sldMk cId="2034537664" sldId="257"/>
        </pc:sldMkLst>
        <pc:picChg chg="add mod">
          <ac:chgData name="Saru Paudel" userId="e2c665e2fb2fb279" providerId="LiveId" clId="{319C7EC9-3F99-42FF-ABAF-37B676ADC331}" dt="2026-03-13T01:49:28.444" v="12" actId="931"/>
          <ac:picMkLst>
            <pc:docMk/>
            <pc:sldMk cId="2034537664" sldId="257"/>
            <ac:picMk id="3" creationId="{88834A63-EDA1-988E-DBAF-B375D68C232E}"/>
          </ac:picMkLst>
        </pc:picChg>
      </pc:sldChg>
      <pc:sldChg chg="addSp modSp add del">
        <pc:chgData name="Saru Paudel" userId="e2c665e2fb2fb279" providerId="LiveId" clId="{319C7EC9-3F99-42FF-ABAF-37B676ADC331}" dt="2026-03-13T02:11:46.775" v="18" actId="2696"/>
        <pc:sldMkLst>
          <pc:docMk/>
          <pc:sldMk cId="894779334" sldId="258"/>
        </pc:sldMkLst>
        <pc:picChg chg="add mod">
          <ac:chgData name="Saru Paudel" userId="e2c665e2fb2fb279" providerId="LiveId" clId="{319C7EC9-3F99-42FF-ABAF-37B676ADC331}" dt="2026-03-13T01:49:33.661" v="13" actId="931"/>
          <ac:picMkLst>
            <pc:docMk/>
            <pc:sldMk cId="894779334" sldId="258"/>
            <ac:picMk id="3" creationId="{75C67B6A-8995-A4A0-4170-6F61EC0672B5}"/>
          </ac:picMkLst>
        </pc:picChg>
      </pc:sldChg>
      <pc:sldChg chg="addSp modSp add del">
        <pc:chgData name="Saru Paudel" userId="e2c665e2fb2fb279" providerId="LiveId" clId="{319C7EC9-3F99-42FF-ABAF-37B676ADC331}" dt="2026-03-13T02:11:44.782" v="17" actId="2696"/>
        <pc:sldMkLst>
          <pc:docMk/>
          <pc:sldMk cId="2350757694" sldId="259"/>
        </pc:sldMkLst>
        <pc:picChg chg="add mod">
          <ac:chgData name="Saru Paudel" userId="e2c665e2fb2fb279" providerId="LiveId" clId="{319C7EC9-3F99-42FF-ABAF-37B676ADC331}" dt="2026-03-13T01:49:40.082" v="14" actId="931"/>
          <ac:picMkLst>
            <pc:docMk/>
            <pc:sldMk cId="2350757694" sldId="259"/>
            <ac:picMk id="3" creationId="{C6C7D453-B39A-B884-1153-5CC147765253}"/>
          </ac:picMkLst>
        </pc:picChg>
      </pc:sldChg>
      <pc:sldChg chg="addSp delSp modSp add mod">
        <pc:chgData name="Saru Paudel" userId="e2c665e2fb2fb279" providerId="LiveId" clId="{319C7EC9-3F99-42FF-ABAF-37B676ADC331}" dt="2026-03-13T02:17:27.620" v="26" actId="931"/>
        <pc:sldMkLst>
          <pc:docMk/>
          <pc:sldMk cId="338613588" sldId="260"/>
        </pc:sldMkLst>
        <pc:spChg chg="add del">
          <ac:chgData name="Saru Paudel" userId="e2c665e2fb2fb279" providerId="LiveId" clId="{319C7EC9-3F99-42FF-ABAF-37B676ADC331}" dt="2026-03-13T01:50:24.048" v="16" actId="22"/>
          <ac:spMkLst>
            <pc:docMk/>
            <pc:sldMk cId="338613588" sldId="260"/>
            <ac:spMk id="3" creationId="{7FBB8455-EF48-091F-6167-5F18F56109AF}"/>
          </ac:spMkLst>
        </pc:spChg>
        <pc:picChg chg="add mod">
          <ac:chgData name="Saru Paudel" userId="e2c665e2fb2fb279" providerId="LiveId" clId="{319C7EC9-3F99-42FF-ABAF-37B676ADC331}" dt="2026-03-13T02:17:27.620" v="26" actId="931"/>
          <ac:picMkLst>
            <pc:docMk/>
            <pc:sldMk cId="338613588" sldId="260"/>
            <ac:picMk id="5" creationId="{67851F6C-BB4B-4202-7214-A3A5C3A68564}"/>
          </ac:picMkLst>
        </pc:picChg>
      </pc:sldChg>
      <pc:sldChg chg="addSp modSp add ord">
        <pc:chgData name="Saru Paudel" userId="e2c665e2fb2fb279" providerId="LiveId" clId="{319C7EC9-3F99-42FF-ABAF-37B676ADC331}" dt="2026-03-13T01:49:22.284" v="11"/>
        <pc:sldMkLst>
          <pc:docMk/>
          <pc:sldMk cId="2974694086" sldId="261"/>
        </pc:sldMkLst>
        <pc:picChg chg="add mod">
          <ac:chgData name="Saru Paudel" userId="e2c665e2fb2fb279" providerId="LiveId" clId="{319C7EC9-3F99-42FF-ABAF-37B676ADC331}" dt="2026-03-13T01:49:18.936" v="9" actId="931"/>
          <ac:picMkLst>
            <pc:docMk/>
            <pc:sldMk cId="2974694086" sldId="261"/>
            <ac:picMk id="3" creationId="{F9EF84A9-BE00-F258-9E83-8B7F4CD43987}"/>
          </ac:picMkLst>
        </pc:picChg>
      </pc:sldChg>
      <pc:sldChg chg="addSp modSp add ord">
        <pc:chgData name="Saru Paudel" userId="e2c665e2fb2fb279" providerId="LiveId" clId="{319C7EC9-3F99-42FF-ABAF-37B676ADC331}" dt="2026-03-13T02:17:22.091" v="25"/>
        <pc:sldMkLst>
          <pc:docMk/>
          <pc:sldMk cId="1476294723" sldId="262"/>
        </pc:sldMkLst>
        <pc:picChg chg="add mod">
          <ac:chgData name="Saru Paudel" userId="e2c665e2fb2fb279" providerId="LiveId" clId="{319C7EC9-3F99-42FF-ABAF-37B676ADC331}" dt="2026-03-13T02:17:20.007" v="23" actId="931"/>
          <ac:picMkLst>
            <pc:docMk/>
            <pc:sldMk cId="1476294723" sldId="262"/>
            <ac:picMk id="3" creationId="{DD00F51E-F471-A621-89C7-8E323F826C53}"/>
          </ac:picMkLst>
        </pc:picChg>
      </pc:sldChg>
      <pc:sldChg chg="addSp modSp new mod">
        <pc:chgData name="Saru Paudel" userId="e2c665e2fb2fb279" providerId="LiveId" clId="{319C7EC9-3F99-42FF-ABAF-37B676ADC331}" dt="2026-03-13T02:18:31.132" v="35" actId="14100"/>
        <pc:sldMkLst>
          <pc:docMk/>
          <pc:sldMk cId="565524999" sldId="263"/>
        </pc:sldMkLst>
        <pc:picChg chg="add mod">
          <ac:chgData name="Saru Paudel" userId="e2c665e2fb2fb279" providerId="LiveId" clId="{319C7EC9-3F99-42FF-ABAF-37B676ADC331}" dt="2026-03-13T02:18:31.132" v="35" actId="14100"/>
          <ac:picMkLst>
            <pc:docMk/>
            <pc:sldMk cId="565524999" sldId="263"/>
            <ac:picMk id="3" creationId="{89F47AC6-DBFF-756B-8D61-949A2C6187F5}"/>
          </ac:picMkLst>
        </pc:picChg>
      </pc:sldChg>
      <pc:sldChg chg="addSp modSp add del">
        <pc:chgData name="Saru Paudel" userId="e2c665e2fb2fb279" providerId="LiveId" clId="{319C7EC9-3F99-42FF-ABAF-37B676ADC331}" dt="2026-03-13T02:17:13.319" v="22" actId="2696"/>
        <pc:sldMkLst>
          <pc:docMk/>
          <pc:sldMk cId="2820724838" sldId="263"/>
        </pc:sldMkLst>
        <pc:picChg chg="add mod">
          <ac:chgData name="Saru Paudel" userId="e2c665e2fb2fb279" providerId="LiveId" clId="{319C7EC9-3F99-42FF-ABAF-37B676ADC331}" dt="2026-03-13T02:11:59.417" v="21" actId="931"/>
          <ac:picMkLst>
            <pc:docMk/>
            <pc:sldMk cId="2820724838" sldId="263"/>
            <ac:picMk id="3" creationId="{3C0ACF4D-63FF-0E15-E9FB-6B2DD8A9BD64}"/>
          </ac:picMkLst>
        </pc:picChg>
      </pc:sldChg>
      <pc:sldChg chg="add">
        <pc:chgData name="Saru Paudel" userId="e2c665e2fb2fb279" providerId="LiveId" clId="{319C7EC9-3F99-42FF-ABAF-37B676ADC331}" dt="2026-03-13T02:17:40" v="29" actId="2890"/>
        <pc:sldMkLst>
          <pc:docMk/>
          <pc:sldMk cId="360323091" sldId="264"/>
        </pc:sldMkLst>
      </pc:sldChg>
      <pc:sldChg chg="addSp modSp add">
        <pc:chgData name="Saru Paudel" userId="e2c665e2fb2fb279" providerId="LiveId" clId="{319C7EC9-3F99-42FF-ABAF-37B676ADC331}" dt="2026-03-13T02:17:55.115" v="32" actId="931"/>
        <pc:sldMkLst>
          <pc:docMk/>
          <pc:sldMk cId="3376798084" sldId="265"/>
        </pc:sldMkLst>
        <pc:picChg chg="add mod">
          <ac:chgData name="Saru Paudel" userId="e2c665e2fb2fb279" providerId="LiveId" clId="{319C7EC9-3F99-42FF-ABAF-37B676ADC331}" dt="2026-03-13T02:17:55.115" v="32" actId="931"/>
          <ac:picMkLst>
            <pc:docMk/>
            <pc:sldMk cId="3376798084" sldId="265"/>
            <ac:picMk id="3" creationId="{7BEFFBFF-9513-4713-66A6-348A16232B5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0F2A6-A18F-47F9-4B6D-E15037E39C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FEF9BC-AECD-52E0-94A3-05B45A894F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4990F-77EB-9799-D974-04D235837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75EE3-659B-400D-962E-1935BF81559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AC23A-856B-E7AC-5582-33E3CEEEF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07521-28B4-71B0-7615-FDC04AF86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092B-5497-4A81-B7E1-CBB876A3F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775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8CAA4-1A5D-E705-805E-464541660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1C22F-CC48-8B01-3CEF-333AA09B3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8D392-C27A-7E0E-EF61-5A55B324E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75EE3-659B-400D-962E-1935BF81559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7610E-4C74-4904-4B8E-22DBB03F2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3BE62-80DB-8061-BED3-5DACFA1AB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092B-5497-4A81-B7E1-CBB876A3F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017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0709A-FB1F-E79A-5ED5-2AD11D430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DD884-12B4-4374-7CFE-E7AEB1C1D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59FA0-24A8-B4E8-B35D-F027DC97B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75EE3-659B-400D-962E-1935BF81559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E07A6-979E-10FD-4A89-BA3C7BC31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94D95-404C-536A-7472-FA2139C48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092B-5497-4A81-B7E1-CBB876A3F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058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08F23-C19B-D597-539A-99591B27E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F4543-1DC6-CD6A-BC50-9DACDC45F0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217C50-0AF7-C9C1-5FAB-EBA6F4A9F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BE7EA8-E7C6-C749-362B-42240F28A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75EE3-659B-400D-962E-1935BF81559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1B9361-C290-1122-C871-2DBE6DD3F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E8F08C-DB17-1490-1CD7-7E72D0A93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092B-5497-4A81-B7E1-CBB876A3F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523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F25C5-0958-6632-EC31-2D89C28D9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310C0-D99D-CDE6-9FAD-7DF045837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BDE5BE-E912-B8BB-C678-5D847CF6C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E2345A-A96A-5B7E-5400-CF897899ED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DA96DE-9B8D-060B-ADE3-78B5836521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604880-182D-C415-CBB0-0310CEB8F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75EE3-659B-400D-962E-1935BF81559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734DC-91F2-7D01-0DA8-B1720F08B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02C334-57D7-70B7-2400-286F79BD3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092B-5497-4A81-B7E1-CBB876A3F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536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21F9D-215B-21E7-CC8D-CD5D3AF26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98B13-A5CE-C55C-5135-949151F4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75EE3-659B-400D-962E-1935BF81559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97F303-5466-14C8-9DDE-2076755C1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9587CA-0E03-6830-F946-3265E426F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092B-5497-4A81-B7E1-CBB876A3F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771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75E7BE-523E-00D8-27C9-9133C62AC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75EE3-659B-400D-962E-1935BF81559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00AB68-0686-AE1E-29E2-86D50343A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8F1F11-747A-1178-0FD9-623AC0D48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092B-5497-4A81-B7E1-CBB876A3F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956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410EB-DE06-2E45-6531-F0A746643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F52AB-8B52-7616-58A7-6828D4BC2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D68FC5-45EB-5DC2-26B7-B9EA771BF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33C91F-8764-F2F9-D7DB-FF2F170BB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75EE3-659B-400D-962E-1935BF81559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671D02-CD90-77B4-3F08-A12E1AE20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E62690-BB84-81BF-1302-FFFA2C0D8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092B-5497-4A81-B7E1-CBB876A3F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892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BC563-56B7-10E7-52CC-861D3F4FB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79D12-FA9B-E32C-C3C0-B6D8942DBC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D17FD5-EDC2-BAE2-47BE-BD30A58C6A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C08C32-775E-C3F5-0E78-BB5421AEB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75EE3-659B-400D-962E-1935BF81559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9FCED-33FA-CDB6-DA42-304BEC93A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022220-0DE8-8C49-661D-00F3C12FF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092B-5497-4A81-B7E1-CBB876A3F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901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65D2D-1D58-A82B-7B9A-DD33E1EDE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4CDC6A-2E1F-D796-0100-48BF47EDFA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1F94B-5575-F0D4-03F4-D54B0D5F0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75EE3-659B-400D-962E-1935BF81559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D89EC-C232-8AEA-88A1-03E74221D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BA8EB-C35F-87AF-8757-4BBCD804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092B-5497-4A81-B7E1-CBB876A3F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28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7B4165-C5A7-F002-F273-1E2643AC44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CB76C1-1F5C-AB53-8E9D-58AE7568E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CF3EB-E833-184A-C102-675D8567D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75EE3-659B-400D-962E-1935BF81559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ABC95-CBA9-FD34-C338-AEB37E036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81BA2-2410-B167-04BB-D8BBE169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092B-5497-4A81-B7E1-CBB876A3F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74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138368-9A3E-43E5-029F-4C4A1010C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5EBCC-1ECD-55FE-CCDB-00D6CF005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C517A-C006-CAFA-8BA4-BA6C2A4EDC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75EE3-659B-400D-962E-1935BF81559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57B2E-1B05-9B0D-418E-73C32FE6A2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93012-58B2-56FA-4ABC-CE2D58E7F1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4092B-5497-4A81-B7E1-CBB876A3F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79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723E-23B0-7AA7-89F0-63754A16C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EF84A9-BE00-F258-9E83-8B7F4CD43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694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834A63-EDA1-988E-DBAF-B375D68C23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537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9A126-39E7-5FD8-A0E8-CF9735B5B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00F51E-F471-A621-89C7-8E323F826C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294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F7078-0FBA-0732-CD5A-DF6790964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851F6C-BB4B-4202-7214-A3A5C3A685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13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F47AC6-DBFF-756B-8D61-949A2C6187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631" y="0"/>
            <a:ext cx="125140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524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6657A-7E16-6628-31EB-6950F4A09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EFFBFF-9513-4713-66A6-348A16232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798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EE908-E161-F8C7-52FF-280F9E113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23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Saru Paudel</dc:creator>
  <cp:lastModifiedBy>Saru Paudel</cp:lastModifiedBy>
  <cp:revision>1</cp:revision>
  <dcterms:created xsi:type="dcterms:W3CDTF">2026-03-13T00:43:57Z</dcterms:created>
  <dcterms:modified xsi:type="dcterms:W3CDTF">2026-03-13T02:18:38Z</dcterms:modified>
</cp:coreProperties>
</file>